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ntra-ai-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943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Calibri"/>
              </a:defRPr>
            </a:pPr>
            <a:r>
              <a:t>AI NextGen Industry Readiness Internship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Company Background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DD3FC"/>
                </a:solidFill>
                <a:latin typeface="Calibri"/>
              </a:defRPr>
            </a:pPr>
            <a:r>
              <a:t>Transforming Students into Industry-Ready Professionals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13+ years of IT industry experience — founded our startup to bridge academic learning and real-world expectations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Deep technical expertise serving clients across the United States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We understand the skills and competencies organizations seek in today's workforce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Mission: Industry-partnered programs that transform students into job-ready professionals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434840"/>
            <a:ext cx="7955279" cy="868680"/>
          </a:xfrm>
          <a:prstGeom prst="roundRect">
            <a:avLst/>
          </a:prstGeom>
          <a:solidFill>
            <a:srgbClr val="152A5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22D3EE"/>
                </a:solidFill>
              </a:defRPr>
            </a:pPr>
            <a:r>
              <a:t>Our Impact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Working with students, colleges, and industry partners to build technical, problem-solving, and workplace skills — a talent pipeline that contributes confidently from day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40680"/>
            <a:ext cx="7955279" cy="777240"/>
          </a:xfrm>
          <a:prstGeom prst="roundRect">
            <a:avLst/>
          </a:prstGeom>
          <a:solidFill>
            <a:srgbClr val="152A5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22D3EE"/>
                </a:solidFill>
              </a:defRPr>
            </a:pPr>
            <a:r>
              <a:t>Program Highlights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24/7 AI Tutor  ·  Weekly Live Mentorship  ·  Lifetime Course Access  ·  Mini Project + Capstone + Hackathon  ·  Top 5% Paid Internship  ·  Top 5% Placement Assurity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532120"/>
            <a:ext cx="1828800" cy="502920"/>
          </a:xfrm>
          <a:prstGeom prst="roundRect">
            <a:avLst/>
          </a:prstGeom>
          <a:solidFill>
            <a:srgbClr val="1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Academia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1" y="5696712"/>
            <a:ext cx="164592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39" y="5532120"/>
            <a:ext cx="1828800" cy="502920"/>
          </a:xfrm>
          <a:prstGeom prst="roundRect">
            <a:avLst/>
          </a:prstGeom>
          <a:solidFill>
            <a:srgbClr val="1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Industry Program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62272" y="5696712"/>
            <a:ext cx="164592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5532120"/>
            <a:ext cx="1828800" cy="502920"/>
          </a:xfrm>
          <a:prstGeom prst="roundRect">
            <a:avLst/>
          </a:prstGeom>
          <a:solidFill>
            <a:srgbClr val="1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Job-Ready Talent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28232" y="5696712"/>
            <a:ext cx="164592" cy="18288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59" y="5532120"/>
            <a:ext cx="1828800" cy="50292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Day-One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A3A"/>
                </a:solidFill>
                <a:latin typeface="Calibri"/>
              </a:defRPr>
            </a:pPr>
            <a:r>
              <a:t>The Problem We Identified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8138160" cy="960120"/>
          </a:xfrm>
          <a:prstGeom prst="roundRect">
            <a:avLst/>
          </a:prstGeom>
          <a:solidFill>
            <a:srgbClr val="E0F7FA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Through industry engagements and hiring, we observed a significant disconnect: graduates have theoretical knowledge but lack hands-on experience, industry exposure, and professional readiness for competitive work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3977639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Student Challenges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Strong theory, limited practical exposure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No real-world project experience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Limited industry workflow understanding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Communication &amp; interview readiness gaps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Hard transition from classroom to workplace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48840"/>
            <a:ext cx="3977639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College Challenges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Rising placement expectations from management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Rapidly changing technology landscape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Industry–academia skill mismatch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Need for measurable employability outcomes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Faculty bandwidth for 500+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5623560"/>
            <a:ext cx="5120640" cy="640080"/>
          </a:xfrm>
          <a:prstGeom prst="rect">
            <a:avLst/>
          </a:prstGeom>
          <a:solidFill>
            <a:srgbClr val="0B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College Education  ←—— GAP ——→  Industry Expectations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A3A"/>
                </a:solidFill>
                <a:latin typeface="Calibri"/>
              </a:defRPr>
            </a:pPr>
            <a: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Industry-partnered internship program: real-world projects, mentorship from experienced IT professionals, practical technical training, and industry best practices.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57276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92807"/>
            <a:ext cx="2514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Technical Skill Development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Python · Full Stack · AI tracks</a:t>
            </a:r>
            <a:br/>
            <a:r>
              <a:t>200+ lessons · live coding labs</a:t>
            </a:r>
          </a:p>
        </p:txBody>
      </p:sp>
      <p:sp>
        <p:nvSpPr>
          <p:cNvPr id="7" name="Oval 6"/>
          <p:cNvSpPr/>
          <p:nvPr/>
        </p:nvSpPr>
        <p:spPr>
          <a:xfrm>
            <a:off x="4480560" y="157276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892807"/>
            <a:ext cx="2514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Hands-on Project Experience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Mini projects · capstone · GitHub portfolio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57276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892807"/>
            <a:ext cx="2514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Industry Mentorship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Weekly live sessions · recorded Q&amp;A · mentor feedback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358444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04487"/>
            <a:ext cx="2514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Career Readiness Training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Interview prep · HR modules · mock dialogues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58444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904487"/>
            <a:ext cx="2514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Assessment &amp; Tracking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50-Q weekly quizzes · XP · leaderboard · analytics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3584448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904487"/>
            <a:ext cx="2514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Placement Preparation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Aptitude · coding · resume · employer connect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40680"/>
            <a:ext cx="8138160" cy="960120"/>
          </a:xfrm>
          <a:prstGeom prst="roundRect">
            <a:avLst/>
          </a:prstGeom>
          <a:solidFill>
            <a:srgbClr val="0B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Our Impact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Industry-ready graduates with practical knowledge, portfolio proof, and confidence — prepared to thrive in modern organizations from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A3A"/>
                </a:solidFill>
                <a:latin typeface="Calibri"/>
              </a:defRPr>
            </a:pPr>
            <a:r>
              <a:t>Learn by Building, Not Just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9202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234440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9202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Phase 1: Foundation Skills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Programming · Databases · APIs · Git · Linux · Debugging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39" y="2331720"/>
            <a:ext cx="22860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51760" y="1417320"/>
            <a:ext cx="19202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234440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1691640"/>
            <a:ext cx="19202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Phase 2: Project Development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Team projects · Agile · Code reviews · Real-world use cases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26280" y="2331720"/>
            <a:ext cx="22860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417320"/>
            <a:ext cx="19202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1234440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1691640"/>
            <a:ext cx="19202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Phase 3: Industry Simulation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Professional workflows · Documentation · Collaboration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75120" y="2331720"/>
            <a:ext cx="22860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417320"/>
            <a:ext cx="192024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18120" y="1234440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0" y="1691640"/>
            <a:ext cx="19202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Phase 4: Performance Evaluation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Weekly assessments · Feedback · Progress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40480"/>
            <a:ext cx="8138160" cy="2286000"/>
          </a:xfrm>
          <a:prstGeom prst="roundRect">
            <a:avLst/>
          </a:prstGeom>
          <a:solidFill>
            <a:srgbClr val="E0F7FA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0B1A3A"/>
                </a:solidFill>
              </a:defRPr>
            </a:pPr>
            <a:r>
              <a:t>Three Live Internship Tracks (8 Weeks Each)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Python Engineering Foundations — Linux, Git, DSA, REST APIs, backend readiness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Full Stack Product Engineering — React, Next.js, NestJS, PostgreSQL, Docker, DevOps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AI Engineering &amp; Intelligent Systems (Advanced) — LLMs, RAG, agents, FastAPI, vector DBs, AI 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A3A"/>
                </a:solidFill>
                <a:latin typeface="Calibri"/>
              </a:defRPr>
            </a:pPr>
            <a:r>
              <a:t>Real-World Experience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Live project environments with browser-based coding sandbox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Industry-standard tools: Git, Docker, REST APIs, cloud-ready stacks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Mentor-guided assignments with weekly live sessions + recordings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Professional development: documentation, presentations, teamwork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Client-centric problem solving through capstone &amp; hackathon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24/7 lesson-scoped AI tutor for continuous learning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143000"/>
            <a:ext cx="3749039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Student Deliverables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✓  Project Portfolio (GitHub repos)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✓  Technical Documentation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✓  Presentation &amp; Demo Skills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✓  QR-Verified Completion Certificate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✓  Internship LoR (merit-based)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✓  Hackathon participation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349240"/>
            <a:ext cx="8138160" cy="868680"/>
          </a:xfrm>
          <a:prstGeom prst="roundRect">
            <a:avLst/>
          </a:prstGeom>
          <a:solidFill>
            <a:srgbClr val="0B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End of Program:  Mini Project  →  Capstone Project  →  Industry Hackathon  →  Top Performer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A3A"/>
                </a:solidFill>
                <a:latin typeface="Calibri"/>
              </a:defRPr>
            </a:pPr>
            <a:r>
              <a:t>Preparing Students for Career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6974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Technical Preparation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Aptitude training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Coding practice &amp; output prediction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Problem solving drills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Mock technical interviews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43000"/>
            <a:ext cx="26974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Professional Skills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Communication workshops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Resume building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LinkedIn optimization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Group discussions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HR interview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269748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Career Readiness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Personal branding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Workplace etiquette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Corporate communication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Weekly interview prep modules (8 Q&amp;A per week)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5486400"/>
            <a:ext cx="3291840" cy="6858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Career Readiness Funnel:  Learn → Practice → Assess → Interview → 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A3A"/>
                </a:solidFill>
                <a:latin typeface="Calibri"/>
              </a:defRPr>
            </a:pPr>
            <a:r>
              <a:t>Driving Employment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Employer Engagement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Hiring partner network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Recruitment drives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Industry referrals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Talent showcases at hackathon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9728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Student Benefits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Increased placement opportunities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Industry visibility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Strong professional profile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Job readiness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09728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defRPr b="1" sz="1200">
                <a:solidFill>
                  <a:srgbClr val="0B1A3A"/>
                </a:solidFill>
                <a:latin typeface="Calibri"/>
              </a:defRPr>
            </a:pPr>
            <a:r>
              <a:t>Top Performers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Top 5% → Paid internship (performance-based stipend)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Top 5% → Placement assurity pathway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Hackathon winners prioritized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429000"/>
          <a:ext cx="81381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Students Trained</a:t>
                      </a:r>
                    </a:p>
                  </a:txBody>
                  <a:tcPr anchor="ctr"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Projects Completed</a:t>
                      </a:r>
                    </a:p>
                  </a:txBody>
                  <a:tcPr anchor="ctr"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Hiring Partners</a:t>
                      </a:r>
                    </a:p>
                  </a:txBody>
                  <a:tcPr anchor="ctr">
                    <a:solidFill>
                      <a:srgbClr val="0B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Placement Success Rate</a:t>
                      </a:r>
                    </a:p>
                  </a:txBody>
                  <a:tcPr anchor="ctr">
                    <a:solidFill>
                      <a:srgbClr val="0B1A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B1A3A"/>
                          </a:solidFill>
                        </a:defRPr>
                      </a:pPr>
                      <a:r>
                        <a:t>[___]+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B1A3A"/>
                          </a:solidFill>
                        </a:defRPr>
                      </a:pPr>
                      <a:r>
                        <a:t>[___]+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B1A3A"/>
                          </a:solidFill>
                        </a:defRPr>
                      </a:pPr>
                      <a:r>
                        <a:t>[___]+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B1A3A"/>
                          </a:solidFill>
                        </a:defRPr>
                      </a:pPr>
                      <a:r>
                        <a:t>[___]%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709160"/>
          <a:ext cx="3840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3543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Student Year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Course Fee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t>2nd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₹3,999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t>3rd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₹7,999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</a:defRPr>
                      </a:pPr>
                      <a:r>
                        <a:t>4th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₹11,999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0" y="4709160"/>
            <a:ext cx="4069080" cy="1417320"/>
          </a:xfrm>
          <a:prstGeom prst="roundRect">
            <a:avLst/>
          </a:prstGeom>
          <a:solidFill>
            <a:srgbClr val="0B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200">
                <a:solidFill>
                  <a:srgbClr val="22D3EE"/>
                </a:solidFill>
              </a:defRPr>
            </a:pPr>
            <a:r>
              <a:t>Placement Ecosystem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Students  →  Skills + Portfolio  →  Hackathon  →  Employers  →  Internship / 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ntra-ai-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59436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69164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Let's Build Industry-Ready Talent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Thank You  ·  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7498079" cy="1005840"/>
          </a:xfrm>
          <a:prstGeom prst="roundRect">
            <a:avLst/>
          </a:prstGeom>
          <a:solidFill>
            <a:srgbClr val="152A5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FFFFFF"/>
                </a:solidFill>
              </a:defRPr>
            </a:pPr>
            <a:r>
              <a:t>"Empowering students with the skills, experience, and confidence required to thrive in today's competitive job market."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7498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2D3EE"/>
                </a:solidFill>
              </a:defRPr>
            </a:pPr>
            <a:r>
              <a:t>Contact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Praveen Manoharan — Program Lead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+91 8760 8760 62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AI NextGen Industry Readiness Internship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