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2-min elevator: Constel AI NextGen is an internship platform built for engineering colleges. Eight weeks of industry-grade Python, full-stack, or AI — live coding, weekly assessments, interview prep, AI tutoring on syllabus. TPO gets one dashboard: bulk enroll, track completion, revenue share.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Founders bring 13+ years IT experience and US client delivery. We built AI NextGen to close the academia-industry gap at scale with colleges.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line: Colleges need a scalable, measurable, industry-aligned internship layer — not another PDF syllabus.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Week 1 (Python): Linux, terminal, Git, SSH, venv, debugging — 14 topics, 4 labs, mini-project.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live: dashboard, learn page with diagram + AI, coding lab, quiz, admin 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Message to faculty: AI augments mentors — it does not replace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Per-student investment by year. Includes lifetime access, live sessions, certificate, hackathon, LoR, and paid internship (₹5,000–10,000/mo stipend for top performers).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Technical requirement: Browser + internet. No on-premise servers required for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Includes full 8-week track, lifetime application access, weekly live mentor sessions with recordings, certificate, hackathon, LoR eligibility, and paid internship (₹5,000–10,000/month performance-based stipend for top performers).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Constel AI NextGen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6B6D4"/>
                </a:solidFill>
                <a:latin typeface="Calibri"/>
              </a:defRPr>
            </a:pPr>
            <a:r>
              <a:t>Industry-driven AI education for tomorrow's innovators.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748B"/>
                </a:solidFill>
                <a:latin typeface="Calibri"/>
              </a:defRPr>
            </a:pPr>
            <a:r>
              <a:t>Constel Global India Pvt. Ltd. · Praveen Manoharan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Company Background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13+ years of IT industry experience — we founded our startup to bridge academic learning and industry expectations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Deep technical expertise serving clients across the United States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 understand the skills and competencies organizations seek in today's workforce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Mission: Transform students into job-ready professionals through industry-partnered internship programs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Our Impact: A talent pipeline of industry-ready graduates who contribute confidently from day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The Problem We Identified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Significant disconnect between skills from traditional education and what employers demand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Graduates have theoretical knowledge but lack hands-on experience and industry exposure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Limited professional readiness for competitive work environments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Colleges face rising placement pressure with rapidly changing technology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Bottom line: Students need measurable, industry-aligned internship pathways — not theory alone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The Employability Gap — By Stakeholder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2296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3035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Theory-heavy curriculum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Students struggle in TCS/Infosys/product interviews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 unified internship platform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TPO tracks spreadsheets, WhatsApp, ad-hoc LMS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Placement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2nd–4th year lack Git, Linux, APIs, real projects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Faculty bandwidth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Cannot mentor 500+ students on industry tools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Outdated lab exercises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Output prediction ≠ system design ≠ AI engineering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Industry-partnered internship program designed to transform students into job-ready professionals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Real-world project exposure · mentorship from experienced IT professionals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Practical technical training · guidance on industry best practices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Delivered via AI NextGen platform — full-stack learning &amp; college management portal: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Structured 8-week intensive tracks (~6 months of engineering depth)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Live coding, quizzes, labs, capstones, interview prep — one portal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Weekly live mentor sessions — student Q&amp;A; recordings shared after each session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Lifetime access · 24/7 lesson-scoped AI tutor · QR-verified credentials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Not a video library. A job-readiness operating system for colleges.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Students: 2nd–4th year CSE, IT, ECE, AI/ML, MCA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College: TPO, department heads, internship coordinators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Outcome: Git workflow, debug code, build APIs, face technical + HR interviews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Ideal cohort: 50–500 students per department per semester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Student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Enroll → Pick Track → Weekly Modules → Lessons + Labs → 50-Q Quiz (80% pass)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→ Mini Projects → Interview Prep → Capstone → Certificate → Placement-ready portfolio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Weekly rhythm: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12–15 deep-dive topics with CLI, diagrams, industry scenarios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Hands-on labs in Monaco editor (run code in browser)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Weekly live session — address student queries; recorded sessions shared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AI assistant for lesson-specific doubts (disabled during quizzes)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Weekly assessment — 50 questions (MCQ, debugging, output prediction, scenarios)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Interview module — industry Q&amp;A, mock dialogue, unpredictable-question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Three Master Tracks (Live Today)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Track 1 — Python Engineering Foundations (Beginner · 8 weeks)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Linux, Git, Python, DSA, OOP, REST APIs, capstone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Outcome: Backend-ready intern — automation, APIs, production debugging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Track 2 — Full Stack Product Engineering (Intermediate · 8 weeks)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React, Next.js, NestJS, PostgreSQL, Docker, DevOps, real-time systems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Outcome: Junior full-stack engineer — ship features end-to-end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Track 3 — AI Engineering &amp; Intelligent Systems (Advanced · 8 weeks)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LLMs, RAG, agents, FastAPI, vector DBs, AI UX, production AI ops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   Outcome: AI feature engineer — assistants, RAG pipelines, agents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Each track: ~200+ lessons, coding exercises, interview prep, capstone options.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Curriculum Depth — Why It Feels Like 6 Months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229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2179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students get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Lessons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8–10K chars each — CLI, walkthroughs, workflow diagrams, comparison tables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Labs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Monaco editor, test cases, hints, AI help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Quizzes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50 questions/week, 80% pass, anti-cheat (no AI during quiz)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sessions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Weekly live Q&amp;A with mentors — recordings available on platform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Interview prep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8 industry Q&amp;A + CLARIFY method + mock dialogue per module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Capstone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GitHub repo, deployment, architecture presentation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Platform Demo Highlights (5 min live)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Student dashboard — XP, progress, streak, assigned tracks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Learn page — curriculum sidebar, lesson with diagrams, AI panel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Coding lab — run Python, submit, get feedback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Quiz — timed assessment, instant score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Leaderboard &amp; certificates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Admin portal — add students, bulk upload, analytics, commission dashboard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Demo login: student@demo.com / Demo@123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Admin: admin@constel.ai / Demo@123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AI That Colleges Can Trust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Lesson-scoped AI tutor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Answers only current module — no life advice, no cheating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Disabled during quizzes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Academic integrity preserved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Qwen / enterprise AI stack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Cost-controlled, fallback providers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Hints on coding exercises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Guides without giving full solutions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Why Constel vs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Constel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Generic LMS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YouTube / Udemy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Industry interview prep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Built-in per week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coding + sandbox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Rare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College admin + bulk enroll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Revenue share for college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AI tutor in context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Generic chatbot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Certificates + progress proof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QR verified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Varies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Indian placement season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Built for 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Generic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College Partnership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3141B7"/>
                </a:solidFill>
                <a:latin typeface="Calibri"/>
              </a:defRPr>
            </a:pPr>
            <a:r>
              <a:t>What Constel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Platform access (hosted or college-branded)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Master curriculum + continuous updates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Admin training for TPO/coordinators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Student onboarding (bulk Excel upload)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Analytics — completion, quiz scores, department progress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Optional: mentor network, placement tie-ups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109728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3141B7"/>
                </a:solidFill>
                <a:latin typeface="Calibri"/>
              </a:defRPr>
            </a:pPr>
            <a:r>
              <a:t>What college provides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160020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Cohort of students (2nd–4th year)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TPO champion + 1 faculty liaison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Lab / internet access (any laptop — cloud-based)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  <a:latin typeface="Calibri"/>
              </a:defRPr>
            </a:pPr>
            <a:r>
              <a:t>• Promotion within department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Outcomes &amp; Placement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After one 8-week track, students can demonstrate: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Git workflow + PR culture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Terminal/Linux comfort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Working GitHub portfolio (labs + capstone)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Weekly quiz scores as proof of mastery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Interview prep modules completed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Certificate with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Career opportunities for top performers: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Constel Hackathon — end-of-program competition across partner colleges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Merit-based internship Letter of Recommendation (LoR)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Paid internship at Constel — performance-based stipend ₹5,000–10,000/month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TPO metrics: % completion by department, average quiz score,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capstone submission rate, leaderboard top performers for recruiter shortlists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Implementation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229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5029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Duration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Activity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1. MoU &amp; setup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Week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Sign partnership, configure college, commission terms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2. Pilot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Week 2–3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30–50 students, one track, faculty orientation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3. 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Week 4+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department rollout, bulk upload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4. Review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End of Week 8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Analytics review, certificate ceremony, placement prep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Social Proof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Today: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Production-ready platform (Next.js 15, NestJS, PostgreSQL, Docker sandbox)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3 master tracks, 8 weeks each, 360+ structured submodules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Admin analytics, finance dashboard, student CRUD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Roadmap with college partners: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Custom college branding · Razorpay billing · Faculty analytics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Regional language support · Campus ambassador program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Vision: Every Tier-2/3 college graduates students with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GitHub + certificate + interview confidence — not just a degree.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E1B4B"/>
                </a:solidFill>
                <a:latin typeface="Calibri"/>
              </a:defRPr>
            </a:pPr>
            <a:r>
              <a:t>Investment / Pricing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143000"/>
          <a:ext cx="8229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year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Investment per student</a:t>
                      </a:r>
                    </a:p>
                  </a:txBody>
                  <a:tcPr anchor="ctr">
                    <a:solidFill>
                      <a:srgbClr val="3141B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2nd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₹3,500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3rd Year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₹4,500</a:t>
                      </a:r>
                    </a:p>
                  </a:txBody>
                  <a:tcPr anchor="ctr">
                    <a:solidFill>
                      <a:srgbClr val="EEF2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4th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₹6,999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Let's launch a 4-week pilot with [Department Name].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Next steps: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1. 30-minute live demo for TPO + HOD (today or this week)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2. MoU draft + commission terms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3. Bulk student upload (Excel template provided)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4. Kickoff webinar for students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5. Week-4 progress review → full semester contract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Contact: Praveen Manoharan · praveen.manoharan@constelglobal.com · +91 8760 8760 62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Constel Global India Pvt. Ltd. · https://www.constelglobal.com/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Appendix A —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Next.js 15 · NestJS · PostgreSQL · Prisma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Docker code sandbox · JWT auth · Swagger API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For IT committee / technical 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Appendix B —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Role-based access (Student / Admin / Super Admin)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Rate limiting · Secure code execution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No secrets in client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1E1B4B"/>
                </a:solidFill>
                <a:latin typeface="Calibri"/>
              </a:defRPr>
            </a:pPr>
            <a:r>
              <a:t>Appendix C &amp; D — Quiz &amp; Capstones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Weekly quiz: 15 MCQ · 10 debugging · 10 output prediction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5 scenario · 5 code completion · 5 problem solving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Capstone examples: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Python: productivity platform, automation suite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Full-stack: LMS, HRMS SaaS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  <a:latin typeface="Calibri"/>
              </a:defRPr>
            </a:pPr>
            <a:r>
              <a:t>AI: document intelligence, AI tutor, workflow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